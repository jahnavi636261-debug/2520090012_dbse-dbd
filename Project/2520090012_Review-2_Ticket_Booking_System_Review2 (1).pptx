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351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9DB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2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Booking System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60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GoVeya: multi-modal booking for bus, train and flight tickets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39319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A2A5E"/>
          </a:solidFill>
          <a:ln w="6350">
            <a:solidFill>
              <a:srgbClr val="1A2A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40690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SRR. Keerthi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2520090150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406908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Jahnavi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2520090012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users try to book the same seat at the same moment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control, one seat is sold twice (double booking)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Bus, train and flight tickets sit in separate apps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reliable, up-to-date seat availability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766560" y="1371600"/>
            <a:ext cx="4846320" cy="4480560"/>
          </a:xfrm>
          <a:prstGeom prst="roundRect">
            <a:avLst>
              <a:gd name="adj" fmla="val 1633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booking: the problem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86600" y="228600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F6E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86600" y="22860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086600" y="39319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4F6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86600" y="39319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509760" y="310896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1089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12A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823960" y="2651760"/>
            <a:ext cx="685800" cy="64008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8823960" y="3749040"/>
            <a:ext cx="685800" cy="54864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7086600" y="5074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get confirmed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4F6EF7"/>
          </a:solidFill>
          <a:ln w="6350">
            <a:solidFill>
              <a:srgbClr val="4F6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4173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to search and book bus, train and flight tickets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788920"/>
            <a:ext cx="640080" cy="640080"/>
          </a:xfrm>
          <a:prstGeom prst="ellipse">
            <a:avLst/>
          </a:prstGeom>
          <a:solidFill>
            <a:srgbClr val="4F6EF7"/>
          </a:solidFill>
          <a:ln w="6350">
            <a:solidFill>
              <a:srgbClr val="4F6E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26060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seat maps showing free and occupied seats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977640"/>
            <a:ext cx="640080" cy="640080"/>
          </a:xfrm>
          <a:prstGeom prst="ellipse">
            <a:avLst/>
          </a:prstGeom>
          <a:solidFill>
            <a:srgbClr val="4F6EF7"/>
          </a:solidFill>
          <a:ln w="6350">
            <a:solidFill>
              <a:srgbClr val="4F6E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794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double booking using database transactions and locking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166360"/>
            <a:ext cx="640080" cy="640080"/>
          </a:xfrm>
          <a:prstGeom prst="ellipse">
            <a:avLst/>
          </a:prstGeom>
          <a:solidFill>
            <a:srgbClr val="4F6EF7"/>
          </a:solidFill>
          <a:ln w="6350">
            <a:solidFill>
              <a:srgbClr val="4F6E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9834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history and an admin panel to monitor bookings and payments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Search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date, passengers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14600" y="2103120"/>
            <a:ext cx="310896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25496" y="13716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62656" y="1508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 Seat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62656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seat map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91456" y="2103120"/>
            <a:ext cx="310896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02352" y="13716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39512" y="1508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Passengers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39512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of each traveller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68312" y="2103120"/>
            <a:ext cx="310896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79208" y="13716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16368" y="1508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Payment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16368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net banking, card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45168" y="2103120"/>
            <a:ext cx="310896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56064" y="13716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93224" y="15087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E-Ticket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793224" y="20116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with QR code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29184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474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booking (backend)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0233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seat is free inside a transaction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seat before confirming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user gets a “seat taken” reply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217920" y="3291840"/>
            <a:ext cx="5394960" cy="2651760"/>
          </a:xfrm>
          <a:prstGeom prst="roundRect">
            <a:avLst>
              <a:gd name="adj" fmla="val 2759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46520" y="34747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Journey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0233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bus, train and flight legs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time, cost and risk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 in the frontend</a:t>
            </a:r>
            <a:endParaRPr lang="en-US" sz="2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E8F5F1"/>
          </a:solidFill>
          <a:ln w="19050">
            <a:solidFill>
              <a:srgbClr val="0F9D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402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TypeScript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CSS, Router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forms, seat maps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749040" y="3200400"/>
            <a:ext cx="731520" cy="0"/>
          </a:xfrm>
          <a:prstGeom prst="line">
            <a:avLst/>
          </a:prstGeom>
          <a:noFill/>
          <a:ln w="31750">
            <a:solidFill>
              <a:srgbClr val="0F1B3D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749040" y="2788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80560" y="146304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F3F4F6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70916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709160" y="22402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E5E7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22402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83464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REST API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and login logic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handling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680960" y="3200400"/>
            <a:ext cx="731520" cy="0"/>
          </a:xfrm>
          <a:prstGeom prst="line">
            <a:avLst/>
          </a:prstGeom>
          <a:noFill/>
          <a:ln w="31750">
            <a:solidFill>
              <a:srgbClr val="0F1B3D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680960" y="2788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/ SQL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12480" y="146304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F3F4F6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864108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641080" y="22402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E5E7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41080" y="22402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641080" y="283464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seats, bookings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and constraints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1. Three-tier architecture. Solid = built, dashed = planned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control sits between the API and the database.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/ Functionalities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6459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Signup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30175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017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11780" y="14630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48940" y="16459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948940" y="30175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48940" y="3017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74920" y="14630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12080" y="16459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Selection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212080" y="30175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3017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38060" y="14630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75220" y="16459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Details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475220" y="30175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75220" y="3017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01200" y="14630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38360" y="16459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738360" y="30175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38360" y="3017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E-Ticket + QR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85800" y="539496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5394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811780" y="38404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948940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2948940" y="539496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948940" y="5394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74920" y="38404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12080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212080" y="539496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212080" y="5394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38060" y="38404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75220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Journey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7475220" y="539496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75220" y="5394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601200" y="38404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738360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Control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9738360" y="539496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E5E7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738360" y="5394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2636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done = built and shown in screenshots. Data is sample data for now.</a:t>
            </a:r>
            <a:endParaRPr lang="en-US" sz="16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27374" y="333861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Bus, Train, Flight or Smart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form with city picker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Registration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0574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and signup pages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admin login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703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2519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form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form for every passenger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35661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703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2519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booking history and status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stats, revenue, payments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and Tailwind. Dark and light theme toggle in the header.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Implementation: Pages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2103120"/>
          </a:xfrm>
          <a:prstGeom prst="rect">
            <a:avLst/>
          </a:prstGeom>
          <a:solidFill>
            <a:srgbClr val="F9FAFB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/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2. Home page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34840" y="1280160"/>
            <a:ext cx="3566160" cy="2103120"/>
          </a:xfrm>
          <a:prstGeom prst="rect">
            <a:avLst/>
          </a:prstGeom>
          <a:solidFill>
            <a:srgbClr val="F9FAFB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434840" y="12801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/login, /signup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3. Login and Signup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3566160" cy="2103120"/>
          </a:xfrm>
          <a:prstGeom prst="rect">
            <a:avLst/>
          </a:prstGeom>
          <a:solidFill>
            <a:srgbClr val="F9FAFB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48640" y="39776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/search/bus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26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4. Search results with filters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34840" y="3977640"/>
            <a:ext cx="3566160" cy="2103120"/>
          </a:xfrm>
          <a:prstGeom prst="rect">
            <a:avLst/>
          </a:prstGeom>
          <a:solidFill>
            <a:srgbClr val="F9FAFB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4434840" y="39776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/seat-selection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6126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5. Seat selection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182880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→ landing gate → Home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Bus, Train, Flight or Smart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links to Login and Dashboard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3CB1CFF-979C-0827-9EB9-F9DB6D246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3566160" cy="21031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23F801F-284D-C65C-FD1C-BFA8871C4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39" y="1280161"/>
            <a:ext cx="3566161" cy="210312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902BBA6-0D77-3456-7124-34702EED0B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77640"/>
            <a:ext cx="3566160" cy="21031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D962C3D-B805-9D1B-6BFD-70E53B6D0A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39" y="3977640"/>
            <a:ext cx="3566161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Implementation: Forms &amp; Dashboards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2103120"/>
          </a:xfrm>
          <a:prstGeom prst="rect">
            <a:avLst/>
          </a:prstGeom>
          <a:solidFill>
            <a:srgbClr val="F9FAFB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/passenger-details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6. Passenger details 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34840" y="1280160"/>
            <a:ext cx="3566160" cy="2103120"/>
          </a:xfrm>
          <a:prstGeom prst="rect">
            <a:avLst/>
          </a:prstGeom>
          <a:solidFill>
            <a:srgbClr val="F9FAFB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434840" y="12801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/payment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7. Payment (UPI / Bank / Card)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3566160" cy="2103120"/>
          </a:xfrm>
          <a:prstGeom prst="rect">
            <a:avLst/>
          </a:prstGeom>
          <a:solidFill>
            <a:srgbClr val="F9FAFB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48640" y="39776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/ticket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26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8. E-ticket with QR code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34840" y="3977640"/>
            <a:ext cx="3566160" cy="2103120"/>
          </a:xfrm>
          <a:prstGeom prst="rect">
            <a:avLst/>
          </a:prstGeom>
          <a:solidFill>
            <a:srgbClr val="F9FAFB"/>
          </a:solidFill>
          <a:ln w="19050">
            <a:solidFill>
              <a:srgbClr val="9CA3AF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4434840" y="39776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</a:t>
            </a:r>
            <a:endParaRPr lang="en-US" sz="20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/dashboard, /admin/dashboard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6126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9. User and Admin dashboards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flow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182880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→ Details → Payment → Ticket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has a scannable QR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list bookings and stats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545F093-B5AB-AE9D-5472-F2722998F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1"/>
            <a:ext cx="3566160" cy="21031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DB84EC6-BDF4-9EC1-1EDD-A50747993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39" y="1280161"/>
            <a:ext cx="3566161" cy="210311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560AC0E-5B0B-6839-EE57-A49B7D7D3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77640"/>
            <a:ext cx="3566160" cy="21031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97D5575-A58C-EC20-BAFC-8274BEBF72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39" y="3977640"/>
            <a:ext cx="3566160" cy="21031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Design: ER Diagram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92640" y="5486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6350">
            <a:solidFill>
              <a:srgbClr val="FEF3C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92640" y="548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stage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4720" y="2194560"/>
            <a:ext cx="116128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2048256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204825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 1:N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62088" y="2194560"/>
            <a:ext cx="115214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34072" y="2048256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34072" y="204825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by  1:1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4846320"/>
            <a:ext cx="1161288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4700016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470001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 1:N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62088" y="4846320"/>
            <a:ext cx="1152144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34072" y="4700016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34072" y="470001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 1:1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 flipH="1">
            <a:off x="3108960" y="2926080"/>
            <a:ext cx="2011680" cy="10972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329184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29000" y="32918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N:1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40880" y="2926080"/>
            <a:ext cx="2377440" cy="10972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0" y="329184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0" y="32918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 1:N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137160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F1B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1371600"/>
            <a:ext cx="2926080" cy="411480"/>
          </a:xfrm>
          <a:prstGeom prst="rect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184708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(PK)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36008" y="137160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F1B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36008" y="1371600"/>
            <a:ext cx="2926080" cy="411480"/>
          </a:xfrm>
          <a:prstGeom prst="rect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36008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4773168" y="184708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 (PK)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transport_id (FK)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714232" y="137160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F1B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14232" y="1371600"/>
            <a:ext cx="2926080" cy="411480"/>
          </a:xfrm>
          <a:prstGeom prst="rect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714232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8851392" y="184708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 (PK)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 (FK)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8640" y="402336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F1B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4023360"/>
            <a:ext cx="2926080" cy="411480"/>
          </a:xfrm>
          <a:prstGeom prst="rect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4023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449884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transport_id (PK)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from_city, to_city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636008" y="402336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F1B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36008" y="4023360"/>
            <a:ext cx="2926080" cy="411480"/>
          </a:xfrm>
          <a:prstGeom prst="rect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636008" y="4023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4773168" y="449884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seat_id (PK)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transport_id (FK)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seat_no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714232" y="402336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0F1B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14232" y="4023360"/>
            <a:ext cx="2926080" cy="411480"/>
          </a:xfrm>
          <a:prstGeom prst="rect">
            <a:avLst/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714232" y="4023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</a:t>
            </a:r>
            <a:endParaRPr lang="en-US" sz="2000" dirty="0"/>
          </a:p>
        </p:txBody>
      </p:sp>
      <p:sp>
        <p:nvSpPr>
          <p:cNvPr id="46" name="Text 44"/>
          <p:cNvSpPr txBox="1"/>
          <p:nvPr/>
        </p:nvSpPr>
        <p:spPr>
          <a:xfrm>
            <a:off x="8851392" y="449884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passenger_id (PK)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 (FK)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seat_id (FK)</a:t>
            </a:r>
            <a:endParaRPr lang="en-US" sz="1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10. ER diagram. PK = primary key, FK = foreign key, 1:N = one-to-many</a:t>
            </a:r>
            <a:endParaRPr lang="en-US" sz="16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 / Schema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92640" y="5486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6350">
            <a:solidFill>
              <a:srgbClr val="FEF3C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92640" y="548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stage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5262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 (PK), name, email (UNIQUE), password_hash, phone, role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Travellers and admins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transport_id (PK), type, operator, from_city, to_city, departure, arrival, price, total_seats, rating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Bus, train, flight schedules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seat_id (PK), transport_id (FK), travel_date, seat_no, status. UNIQUE (transport_id, travel_date, seat_no)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per seat per trip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booking_id (PK), user_id (FK), transport_id (FK), travel_date, status, total_amount, created_at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booking per trip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passenger_id (PK), booking_id (FK), seat_id (FK), name, age, gender, phone, email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row per traveller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F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payment_id (PK), booking_id (FK), method, amount, status, paid_at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UPI, net banking, card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UNIQUE key on seats is what blocks a second booking of the same seat.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Database Records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92640" y="54864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6350">
            <a:solidFill>
              <a:srgbClr val="FEF3C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92640" y="548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1828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transport_id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BUS001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IntrCity SmartBus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 → Bengaluru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21:00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12163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 Express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 → Bengaluru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06:10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₹545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6E202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IndiGo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 → Bengaluru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07:00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₹2,499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Shatabdi Express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 → Mumbai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06:00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₹1,295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794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20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06240"/>
          <a:ext cx="11064240" cy="14630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booking_id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passenger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GVY-2024-001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 Sharma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₹2,499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GVY-2024-002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Patel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B2-24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₹1,295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upcoming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GVY-2024-003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Kumar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website’s sample data: 50 buses, 50 trains, 99 flights. To be loaded into MySQL.</a:t>
            </a:r>
            <a:endParaRPr lang="en-US" sz="1600" dirty="0"/>
          </a:p>
        </p:txBody>
      </p:sp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Progress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D1FAE5"/>
          </a:solidFill>
          <a:ln w="6350">
            <a:solidFill>
              <a:srgbClr val="D1FA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pages and routes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filters, seat maps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Forms, payment UI, QR ticket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admin dashboards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60020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FEF3C7"/>
          </a:solidFill>
          <a:ln w="6350">
            <a:solidFill>
              <a:srgbClr val="FEF3C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28600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and schema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design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66760" y="1600200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E5E7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66760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28600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backend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setup and connection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login, safe booking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completed items: screenshots on slides 8 and 9.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/ Issues Faced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26364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solve it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status is generated in code, not stored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0" y="2194560"/>
            <a:ext cx="320040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263640" y="17373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 w="6350">
            <a:solidFill>
              <a:srgbClr val="E8F5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7373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seats in MySQL, one row per seat per trip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834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pass data through URL parameters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943600" y="3291840"/>
            <a:ext cx="320040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63640" y="28346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 w="6350">
            <a:solidFill>
              <a:srgbClr val="E8F5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28346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data through backend APIs instead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931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checks run only in the browser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943600" y="4389120"/>
            <a:ext cx="320040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63640" y="393192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 w="6350">
            <a:solidFill>
              <a:srgbClr val="E8F5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39319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authentication to the Java backend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3F5FB"/>
          </a:solidFill>
          <a:ln w="6350">
            <a:solidFill>
              <a:srgbClr val="F3F5F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5029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booking cannot be tested yet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943600" y="5486400"/>
            <a:ext cx="320040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263640" y="50292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8F5F1"/>
          </a:solidFill>
          <a:ln w="6350">
            <a:solidFill>
              <a:srgbClr val="E8F5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50292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transactions and row locks once backend is ready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Conclusion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669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Java REST API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MySQL database, load data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transactions and row locking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login and payment gateway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many users at once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675120" y="137160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0F1B3D"/>
          </a:solidFill>
          <a:ln w="6350">
            <a:solidFill>
              <a:srgbClr val="0F1B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0" y="1645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2286000"/>
            <a:ext cx="4389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is complete and can be demonstrated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is ready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backend and safe, double-booking-free reservations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1263</Words>
  <Application>Microsoft Office PowerPoint</Application>
  <PresentationFormat>Widescreen</PresentationFormat>
  <Paragraphs>322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 Booking System - Review 2</dc:title>
  <dc:subject>PptxGenJS Presentation</dc:subject>
  <dc:creator>PptxGenJS</dc:creator>
  <cp:lastModifiedBy>SRR KEERTHI VARMA</cp:lastModifiedBy>
  <cp:revision>3</cp:revision>
  <dcterms:created xsi:type="dcterms:W3CDTF">2026-09-21T17:31:24Z</dcterms:created>
  <dcterms:modified xsi:type="dcterms:W3CDTF">2026-10-02T14:01:16Z</dcterms:modified>
</cp:coreProperties>
</file>